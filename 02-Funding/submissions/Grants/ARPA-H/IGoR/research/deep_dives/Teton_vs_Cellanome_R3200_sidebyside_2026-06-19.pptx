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Element Biosciences Teton product sheet + user guide (elementbiosciences.com); Cellanome product/technology/neurobiology pages (cellanome.com); Psomagen R3200 overview; GenomeWeb AGBT 2026; Li et al., J. Immunother. Cancer (2025). Calcium-imaging temporal resolution on the R3200 (slow multi-day vs sub-second firing) is being confirmed with the vendor. Prepared 2026-06-19, IGoR TA4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5592" y="274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Cytognosis Foundation  ·  IGoR TA4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 Teton  vs.  Cellanome R3200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8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Fixed-cell, high-plex molecular readout   vs.   live-cell functional profiling</a:t>
            </a:r>
            <a:endParaRPr lang="en-US" sz="13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25296"/>
          <a:ext cx="1145743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4379976"/>
                <a:gridCol w="437997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ELEMENT TETON  (AVITI24)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7D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CELLANOME R3200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FC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 state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 (8% formaldehyde first)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throughout; viable and functional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Throughput / run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~2M adherent or ~10M suspension cells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Tens of thousands of CellCage compartments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RNA + protein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350 targeted RNA + up to 88 protein, in situ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Whole-transcriptome scRNA-seq, same cell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Readout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Avidite-base sequencing of barcodes (one snapshot)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 imaging over days + off-chip NGS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Calcium imaging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8A8A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 (cells are fixed)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85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Yes, multi-day  (fast firing TBC)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Electrophysiology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8A8AA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85C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None  (calcium = optical proxy)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Longitudinal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 (single endpoint)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 (hours to weeks)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On-platform perturbation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 (reads out external screens)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 (chemical + pooled CRISPR)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Time-to-result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Under 24 h  (~45 min prep)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Days to weeks + sequencing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FC8E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Commercial status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Generally available; ~$424K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CEAF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Launched 2026; also Psomagen service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3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943600"/>
            <a:ext cx="11457432" cy="713232"/>
          </a:xfrm>
          <a:prstGeom prst="roundRect">
            <a:avLst>
              <a:gd name="adj" fmla="val 11538"/>
            </a:avLst>
          </a:prstGeom>
          <a:solidFill>
            <a:srgbClr val="2A2440"/>
          </a:solidFill>
          <a:ln w="15875">
            <a:solidFill>
              <a:srgbClr val="8B3F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5943600"/>
            <a:ext cx="11018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30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line: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complementary, not either/or. Cellanome for live function and on-platform perturbation; Teton for high-throughput, high-plex molecular readout. </a:t>
            </a:r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Neither performs true electrophysiology.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2026-06-19T16:58:45Z</dcterms:created>
  <dcterms:modified xsi:type="dcterms:W3CDTF">2026-06-19T16:58:45Z</dcterms:modified>
</cp:coreProperties>
</file>